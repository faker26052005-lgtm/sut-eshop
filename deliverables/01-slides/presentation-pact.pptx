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Section 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Problem - Software Evolution &amp; Breaking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CDCT Sequence &amp; E2E Comparison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Contract JSON, Matching Rules &amp; Provider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Breaking vs Non-breaking &amp; Safe Field Removal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Deployment Gate &amp; Pact Broker 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Roadmap - 2 Experimental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Method 2 CI/CD Runner &amp; Stub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Experimental Results Matrix &amp; Assertion Caveat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Retrospective, Limitations &amp; Future 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Summary &amp;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PACT JS &amp; CONTRACT TESTING</dc:title>
  <dc:subject>PptxGenJS Presentation</dc:subject>
  <dc:creator>Created by Marp</dc:creator>
  <cp:lastModifiedBy>Created by Marp</cp:lastModifiedBy>
  <cp:revision>1</cp:revision>
  <dcterms:created xsi:type="dcterms:W3CDTF">2026-10-23T03:28:08Z</dcterms:created>
  <dcterms:modified xsi:type="dcterms:W3CDTF">2026-10-23T03:28:08Z</dcterms:modified>
</cp:coreProperties>
</file>