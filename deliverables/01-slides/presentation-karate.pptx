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Section 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Motivation &amp; Core Advantages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SUT Context &amp; 3 Levels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Principle 1 - No Step Definitions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Principle 2 - Schema &amp; Fuzzy Matchers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Principle 3 - Data-Driven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Principle 4 - Stateful Workflow &amp; Isolation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Principle 5 - Playback &amp; Multi-Layer Assertions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Matrix K2 &amp; Discrepancies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Multi-Tool Synergy &amp; Limitations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KARATE FRAMEWORK</dc:title>
  <dc:subject>PptxGenJS Presentation</dc:subject>
  <dc:creator>Created by Marp</dc:creator>
  <cp:lastModifiedBy>Created by Marp</cp:lastModifiedBy>
  <cp:revision>1</cp:revision>
  <dcterms:created xsi:type="dcterms:W3CDTF">2026-10-23T02:18:01Z</dcterms:created>
  <dcterms:modified xsi:type="dcterms:W3CDTF">2026-10-23T02:18:01Z</dcterms:modified>
</cp:coreProperties>
</file>