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API Testing Fundamentals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HTTP Request &amp; Response Anatomy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Postman Architecture &amp; Ecosystem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Postman Advanced Techniques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Demo Postman P1, P2 &amp; Newman P3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Karate K1 &amp; K2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Karate K3 Stateful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Contract Testing Theory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Pact Architecture &amp; C1, C2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Pact C3 Breaking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Tools Comparison Matrix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AI Agent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Conclusions &amp; QA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T06 — API &amp; Contract Testing</dc:title>
  <dc:subject>PptxGenJS Presentation</dc:subject>
  <dc:creator>Created by Marp</dc:creator>
  <cp:lastModifiedBy>Created by Marp</cp:lastModifiedBy>
  <cp:revision>1</cp:revision>
  <dcterms:created xsi:type="dcterms:W3CDTF">2026-10-23T13:27:20Z</dcterms:created>
  <dcterms:modified xsi:type="dcterms:W3CDTF">2026-10-23T13:27:20Z</dcterms:modified>
</cp:coreProperties>
</file>